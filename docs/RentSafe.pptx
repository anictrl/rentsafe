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235440" y="164592"/>
            <a:ext cx="2953512" cy="2953512"/>
          </a:xfrm>
          <a:prstGeom prst="rtTriangle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2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STELLAR + SOROBAN DECENTRALIZED ESCROW  · 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Decentralized Rental Deposit Escrow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trust-based deposits to programmable agreements.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68580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03320"/>
            <a:ext cx="7772400" cy="2194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862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Secure rental deposits with blockchain-powered Soroban smart contracts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Transparent, automated settlement between tenants and landlords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Structured refund and partial deduction approval workflows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Built natively on Stellar for low-cost, instant transactions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62636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TEAM  ·  POWERED BY STELLAR &amp; SOROBAN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Rental Deposits Are Built on Trust — Creating Friction &amp; Risks for Both Parties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658368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PAIN POINTS IN TODAY'S RENTAL MARKETS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Tenants pay large security deposits directly to landlords without escrow protection.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Deposit refunds are frequently delayed for weeks or months after lease completion.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Disputes arise over property damage, cleaning costs, and repair deductions.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Unclear lease conditions lead to subjective, unverified claims.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Limited visibility into how deposits are held or invested during tenancy.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Manual dispute resolution is slow, expensive, and stressful.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Centralized platforms introduce additional intermediaries and transaction friction.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Landlords face challenges recovering legitimate repair expenses fairly.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1600200"/>
            <a:ext cx="402336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2331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There is no neutral, transparent system that automatically enforces agreed deposit rules.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0"/>
            <a:ext cx="338328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389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Trust-based deposits convert routine lease completions into friction, financial risk, and unnecessary legal overhead.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RentSafe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Programmable Escrow for Rental Deposits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66928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RENTSAFE SOLVES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Deposit is locked into a Soroban smart contract upon agreement.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Neither landlord nor tenant directly controls the escrowed funds.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Rental agreement explicitly defines deposit, duration, and settlement rules.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Funds remain locked safely throughout the entire rental lifecycle.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Smart contract automatically enforces agreed settlement rules.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Full refund executes automatically upon clean lease expiration.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Partial deductions require tenant review and transparent sign-off.
</a:t>
            </a:r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Every transaction creates a permanent, auditable blockchain record.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629400" y="16002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920240"/>
            <a:ext cx="484632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0299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22677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Security, deposit safety &amp; guaranteed refund rules without landlord holding funds.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2944368"/>
            <a:ext cx="484632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05409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Landlord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Reliable collection of verified repair deductions without payment default risk.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968496"/>
            <a:ext cx="484632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0782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Property Manager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315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Centralized operational visibility &amp; portfolio deposit tracking dashboard.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4992624"/>
            <a:ext cx="4846320" cy="914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51023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53400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Trust-minimized rental infrastructure layer built for global scale.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Stellar?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Natively on Stellar &amp; Soroban Smart Contracts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74720" cy="2103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 Settlement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Rental deposits and refunds move in seconds. Perfect for time-sensitive housing transitions.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474720" cy="2103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 Transaction Costs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Sub-cent execution fees make frequent escrow calls and micro-deductions economically viable.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66760" y="1600200"/>
            <a:ext cx="3474720" cy="2103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Soroban Smart Contracts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Programmable escrow logic, deterministic state machines, and permissioned contract actions.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3474720" cy="2103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Asset Flexibility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 for XLM, USDC, and custom Stellar assets for stable real-world rental transactions.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977640"/>
            <a:ext cx="3474720" cy="2103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Transparent Ledger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Immutable transaction history provides a tamper-proof audit log for all deposit agreements.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66760" y="3977640"/>
            <a:ext cx="3474720" cy="2103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Future-Ready Ecosystem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Seamless integration with Stellar Anchors for fiat on/off-ramps and global financial rails.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RentSafe Works (End-to-End Lifecycle)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 Agreement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167128"/>
            <a:ext cx="3017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Landlord connects Stellar wallet and defines deposit amount, lease duration, and terms.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Lock Deposit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2167128"/>
            <a:ext cx="3017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Tenant reviews terms and signs transaction. Deposit moves into Soroban escrow contract.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66760" y="16002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8972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Rental Period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95360" y="2167128"/>
            <a:ext cx="3017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Escrow remains locked on-chain. Both parties monitor status with transparent history.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Lease Completion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544568"/>
            <a:ext cx="3017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Landlord submits a request for a full refund or an itemized partial deduction.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39776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Tenant Review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54880" y="4544568"/>
            <a:ext cx="3017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Tenant reviews deduction request, accepts, or submits evidence for dispute review.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66760" y="39776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8972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Settlement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595360" y="4544568"/>
            <a:ext cx="3017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Soroban contract automatically distributes funds: refund to tenant &amp; approved deductions to landlord.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Technical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On-chain escrow core with Next.js frontend, Stellar Wallet Kit &amp; optional Node/Express backend.</a:t>
            </a:r>
            <a:endParaRPr lang="en-US" sz="1150" dirty="0"/>
          </a:p>
        </p:txBody>
      </p:sp>
      <p:pic>
        <p:nvPicPr>
          <p:cNvPr id="6" name="Image 0" descr="/home/sandipansingh/Projects/HackathonPPTs-Gen-Code/rentsafe-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25880"/>
            <a:ext cx="10972800" cy="3227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4709160"/>
            <a:ext cx="1097280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4632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ARCHITECTURE PRINCIPLES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Core escrow logic and deposit funds remain strictly on-chain in Soroban smart contracts.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Stellar Wallet Kit provides secure user authentication and transaction signing.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Frontend (Next.js 15) abstracts blockchain complexity into an intuitive Web app experience.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Optional backend handles metadata, notifications, analytics, and blockchain indexing without holding custody.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Modular design ready for future dispute-resolution contracts, Stellar Anchors, and USDC deposits.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 Contract &amp; Security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Soroban Smart Contract Architecture &amp; Security Focus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30352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SOROBAN ESCROW CONTRACT LOGIC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Creates rental agreements with stored landlord, tenant, deposit amount &amp; timeline parameters.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Locks deposited assets securely in contract custody during the lease period.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Restricts state mutations strictly to authorized cryptographic participants.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Validates escrow state transitions (Created → Locked → Pending → Settled).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Processes full refunds automatically upon clean lease expiration.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Executes partial deductions only upon explicit tenant review &amp; approval.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Prevents unauthorized fund releases, early withdrawals, or locked fund deadlocks.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12064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 &amp; SAFETY HIGHLIGHTS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Explicit Access Control: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0" y="2395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 role-based caller verification for every contract invocation.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816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State-Machine Validation: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0" y="3017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Ensures contract actions only occur in valid lifecycle states.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3438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Safe Fund Custody: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3639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Soroban contract sandbox prevents unauthorized external calls or reentrancy.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059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Deterministic Settlement: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0" y="4261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Rule execution is entirely code-enforced without arbitrary intervention.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4681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Minimal Off-Chain Dependency: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48828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Escrow funds and core state do not depend on external servers.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5303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Security Audit Path: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Testnet-first deployment with formal security review prior to mainnet.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Building Escrow Infrastructure for a Fragmented Rental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74720" cy="3840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CUSTOMER SEGMENTS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Individual landlords looking for deposit security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Tenants wanting guaranteed refund protection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Property management companies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Real estate agencies &amp; rental brokerages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Digital rental marketplaces &amp; platforms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474720" cy="3840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 PAIN POINTS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Rental deposits are universal across global housing markets.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Handling is fragmented and dependent on local manual processes.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Disputes create heavy administrative &amp; legal overhead.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Centralized solutions charge high platform fee margins.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66760" y="1600200"/>
            <a:ext cx="3474720" cy="3840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0596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EXPANSION OPPORTUNITY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9536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Start with simple residential rental escrow.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Expand into multi-property management dashboards.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Commercial real estate rental agreements.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API-based escrow infrastructure for property portals.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Cross-border international rental deposit workflows.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577840"/>
            <a:ext cx="1078992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7424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POSITIONING: The trusted decentralized escrow infrastructure layer for the global digital rental economy.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Growth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4-Phase Expansion Roadmap (From Developer MVP to Ecosystem Infrastructure)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51460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Developer &amp; MVP Adoption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6968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Launch Stellar Testnet MVP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Demonstrate complete escrow loop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Partner with web3 communities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Onboard early landlords &amp; tenants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Validate core UX &amp; collect feedback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8144" y="1600200"/>
            <a:ext cx="251460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Property Manager Adoption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39312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Target small property businesses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Introduce multi-property dashboard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Add automated notifications &amp; audit logs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Support portfolio deposit monitoring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Drive repeat usage &amp; property listings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0488" y="1600200"/>
            <a:ext cx="251460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0596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91656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Enterprise Expansion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91656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Target real estate agencies &amp; portals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Offer white-label API integrations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Introduce role-based permissions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Add advanced analytics &amp; reporting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Prepare identity verification integrations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1600200"/>
            <a:ext cx="251460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Ecosystem Growth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0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Support additional Stellar assets &amp; USDC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Integrate Stellar Anchors for fiat ramps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Enable fiat-to-blockchain escrow UX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Expand into international rental markets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Staged Progression: MVP → Platform → Mainnet Vision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LEVEL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MVP Launch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6968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Wallet authentication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Rental agreement creation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Deposit locking on Soroban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Escrow state management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Full refund workflow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Tenant &amp; Landlord dashboards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Stellar Testnet deployment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38144" y="160020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LEVEL 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Advanced Escrow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39312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Partial deduction requests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Deduction approval workflow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Activity timeline &amp; audit log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Property management dashboard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Automated notification triggers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Multiple active agreements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160020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0596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LEVEL 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91656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Property Platform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91656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Multi-property management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Multi-user role permissions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Analytics and portfolio reporting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Advanced escrow monitoring APIs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Identity verification prep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Contract security audit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42832" y="160020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18013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LEVEL 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20391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Mainnet Vision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0" y="2468880"/>
            <a:ext cx="211226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587752"/>
            <a:ext cx="21122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Stellar Mainnet deployment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Dispute resolution contracts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Multi-signature approvals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Stellar Anchor USDC integration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Mobile native applications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AI agreement summaries &amp; OCR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Advantage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RentSafe? Traditional Process vs RentSafe Escrow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30352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1508760"/>
            <a:ext cx="53035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TRADITIONAL RENTAL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600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ESCROW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92808"/>
            <a:ext cx="10607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659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Deposit held directly by landlord/intermediary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Deposit locked in secure Soroban smart contract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10607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13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Trust-based, high dispute potential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313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Smart-contract enforced settlement rules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587752"/>
            <a:ext cx="10607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609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Manual, delayed refund process after move-out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6609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Programmable automated refund execution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935224"/>
            <a:ext cx="10607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083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Limited visibility into funds during lease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083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Immutable on-chain transaction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282696"/>
            <a:ext cx="10607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558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Disputes handled manually with high stress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3558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Structured approval &amp; deduction workflow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630168"/>
            <a:ext cx="10607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03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Centralized infrastructure with platform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703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Stellar-based decentralized escrow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3977640"/>
            <a:ext cx="10607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0507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 operational friction &amp; admin overhead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0507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Automated lifecycle reducing workload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4325112"/>
            <a:ext cx="10607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3982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Limited asset flexibility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3982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Future USDC &amp; multi-asset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1508760"/>
            <a:ext cx="10607040" cy="31638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892040"/>
            <a:ext cx="10607040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01091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DIFFERENTIATORS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" y="52669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Blockchain-native escrow  •  Transparent deposit lifecycle  •  Sub-cent Stellar cost  •  Designed for future dispute resolution contracts  •  API-ready for rental platform integration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Sustainable Monetization Streams &amp; Platform Philosophy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94360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POTENTIAL REVENUE STREAMS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Escrow Transaction Fee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micro-fee collected per successfully settled deposit agreement.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7706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Property Manager Subscriptions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71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SaaS tier for property managers handling multi-unit portfolios.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3924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Enterprise API Usage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5935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access fees for large real estate platforms and rental portals.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01421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White-Label 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2153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Licensing RentSafe escrow rails to custom real estate platforms.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6360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Marketplace Integration Fees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8371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Partnership revenue sharing with rental listing marketplaces.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25780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Advanced Analytics &amp; Reporting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54589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Premium reporting add-ons for institutional property managers.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600200"/>
            <a:ext cx="457200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920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MONETIZATION PRINCIPLE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23317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core deposit escrow affordable while monetizing high-value operational services.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178040" y="4023360"/>
            <a:ext cx="402336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42976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keeping deposit escrow low-cost, RentSafe maximizes adoption among tenants and landlords, while generating predictable SaaS &amp; API revenue from property managers and enterprise partners.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Vision &amp;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5952" y="329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Future of Rental Deposits — From Trust to Programmable Trust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120640" cy="1737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Programmable Escrow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rental deposits fully programmable, replacing manual holding and trust uncertainty.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120640" cy="1737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Dispute Reduction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Drastically reduce unnecessary dispute cycles through structured, transparent approval rules.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512064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Tenant Confidence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206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Improve tenant trust while ensuring landlords can reliably collect legitimate repair claims.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120640" cy="1737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 Infrastructure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 digital rental marketplaces directly to decentralized escrow rails worldwide.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486400"/>
            <a:ext cx="1060704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6509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"RentSafe aims to become the trusted decentralized infrastructure layer for rental security deposits worldwide."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  ·  DECENTRALIZED RENTAL DEPOSIT ESCROW  ·  STELLAR + SOROBAN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1E40A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RentSafe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Secure Deposits.  Transparent Agreements.  Automated Settlement.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77724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834640"/>
            <a:ext cx="10789920" cy="2377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632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Built on Stellar — Fast settlement &amp; sub-cent transaction costs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Powered by Soroban — Trustless, programmable escrow smart contracts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Designed for Landlords, Tenants &amp; Property Managers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 Starting with decentralized deposit escrow → Expanding toward global rental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5440680"/>
            <a:ext cx="1078992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D9770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Trust  →  To Programmable Trust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Stellar Ecosystem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RentSafe — Decentralized Rental Deposit Escrow Platform</dc:title>
  <dc:subject>RentSafe — Decentralized Rental Deposit Escrow</dc:subject>
  <dc:creator>RentSafe Team</dc:creator>
  <cp:lastModifiedBy>RentSafe Team</cp:lastModifiedBy>
  <cp:revision>1</cp:revision>
  <dcterms:created xsi:type="dcterms:W3CDTF">2026-08-26T12:06:38Z</dcterms:created>
  <dcterms:modified xsi:type="dcterms:W3CDTF">2026-08-26T12:06:38Z</dcterms:modified>
</cp:coreProperties>
</file>